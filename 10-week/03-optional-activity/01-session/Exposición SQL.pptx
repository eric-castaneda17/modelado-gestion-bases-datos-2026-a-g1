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308998-81B4-48DF-89F2-E04317C826D9}" v="4" dt="2026-04-09T21:27:14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Bautista Vanegas" userId="aa2c1107f0575a63" providerId="LiveId" clId="{C8008449-672B-4755-8D1E-5C128F277BF6}"/>
    <pc:docChg chg="undo custSel addSld delSld modSld">
      <pc:chgData name="Francisco Bautista Vanegas" userId="aa2c1107f0575a63" providerId="LiveId" clId="{C8008449-672B-4755-8D1E-5C128F277BF6}" dt="2026-04-09T21:28:56.697" v="655" actId="1076"/>
      <pc:docMkLst>
        <pc:docMk/>
      </pc:docMkLst>
      <pc:sldChg chg="addSp delSp modSp mod">
        <pc:chgData name="Francisco Bautista Vanegas" userId="aa2c1107f0575a63" providerId="LiveId" clId="{C8008449-672B-4755-8D1E-5C128F277BF6}" dt="2026-04-09T21:08:42.095" v="349" actId="1076"/>
        <pc:sldMkLst>
          <pc:docMk/>
          <pc:sldMk cId="0" sldId="256"/>
        </pc:sldMkLst>
        <pc:spChg chg="del mod">
          <ac:chgData name="Francisco Bautista Vanegas" userId="aa2c1107f0575a63" providerId="LiveId" clId="{C8008449-672B-4755-8D1E-5C128F277BF6}" dt="2026-04-09T21:07:37.615" v="294"/>
          <ac:spMkLst>
            <pc:docMk/>
            <pc:sldMk cId="0" sldId="256"/>
            <ac:spMk id="3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07:45.425" v="296" actId="1076"/>
          <ac:spMkLst>
            <pc:docMk/>
            <pc:sldMk cId="0" sldId="256"/>
            <ac:spMk id="4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03:43.033" v="42" actId="478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Francisco Bautista Vanegas" userId="aa2c1107f0575a63" providerId="LiveId" clId="{C8008449-672B-4755-8D1E-5C128F277BF6}" dt="2026-04-09T21:07:42.481" v="295" actId="1076"/>
          <ac:spMkLst>
            <pc:docMk/>
            <pc:sldMk cId="0" sldId="256"/>
            <ac:spMk id="6" creationId="{851F0C5A-1C30-1DF4-7A16-315B9D93CA2B}"/>
          </ac:spMkLst>
        </pc:spChg>
        <pc:spChg chg="add mod">
          <ac:chgData name="Francisco Bautista Vanegas" userId="aa2c1107f0575a63" providerId="LiveId" clId="{C8008449-672B-4755-8D1E-5C128F277BF6}" dt="2026-04-09T21:07:19.946" v="287" actId="1076"/>
          <ac:spMkLst>
            <pc:docMk/>
            <pc:sldMk cId="0" sldId="256"/>
            <ac:spMk id="7" creationId="{562F74FE-6FA4-88F6-05F3-CAB91E488732}"/>
          </ac:spMkLst>
        </pc:spChg>
        <pc:spChg chg="add mod">
          <ac:chgData name="Francisco Bautista Vanegas" userId="aa2c1107f0575a63" providerId="LiveId" clId="{C8008449-672B-4755-8D1E-5C128F277BF6}" dt="2026-04-09T21:08:20.830" v="344" actId="1076"/>
          <ac:spMkLst>
            <pc:docMk/>
            <pc:sldMk cId="0" sldId="256"/>
            <ac:spMk id="9" creationId="{C0D0CB8F-B636-44D7-4E7B-E15891902522}"/>
          </ac:spMkLst>
        </pc:spChg>
        <pc:spChg chg="add mod">
          <ac:chgData name="Francisco Bautista Vanegas" userId="aa2c1107f0575a63" providerId="LiveId" clId="{C8008449-672B-4755-8D1E-5C128F277BF6}" dt="2026-04-09T21:08:42.095" v="349" actId="1076"/>
          <ac:spMkLst>
            <pc:docMk/>
            <pc:sldMk cId="0" sldId="256"/>
            <ac:spMk id="11" creationId="{2B21C8A0-2CBC-241C-2179-4EFC2661931C}"/>
          </ac:spMkLst>
        </pc:spChg>
      </pc:sldChg>
      <pc:sldChg chg="delSp modSp mod">
        <pc:chgData name="Francisco Bautista Vanegas" userId="aa2c1107f0575a63" providerId="LiveId" clId="{C8008449-672B-4755-8D1E-5C128F277BF6}" dt="2026-04-09T21:13:00.836" v="402" actId="1076"/>
        <pc:sldMkLst>
          <pc:docMk/>
          <pc:sldMk cId="0" sldId="257"/>
        </pc:sldMkLst>
        <pc:spChg chg="mod">
          <ac:chgData name="Francisco Bautista Vanegas" userId="aa2c1107f0575a63" providerId="LiveId" clId="{C8008449-672B-4755-8D1E-5C128F277BF6}" dt="2026-04-09T21:09:06.998" v="354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09:26.964" v="370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09:33.580" v="371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0:54.547" v="377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0:58.488" v="378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3:00.836" v="402" actId="1076"/>
          <ac:spMkLst>
            <pc:docMk/>
            <pc:sldMk cId="0" sldId="257"/>
            <ac:spMk id="9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11:07.491" v="379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11:09.842" v="380" actId="478"/>
          <ac:spMkLst>
            <pc:docMk/>
            <pc:sldMk cId="0" sldId="257"/>
            <ac:spMk id="12" creationId="{00000000-0000-0000-0000-000000000000}"/>
          </ac:spMkLst>
        </pc:spChg>
      </pc:sldChg>
      <pc:sldChg chg="delSp modSp mod">
        <pc:chgData name="Francisco Bautista Vanegas" userId="aa2c1107f0575a63" providerId="LiveId" clId="{C8008449-672B-4755-8D1E-5C128F277BF6}" dt="2026-04-09T21:13:35.424" v="406" actId="1076"/>
        <pc:sldMkLst>
          <pc:docMk/>
          <pc:sldMk cId="0" sldId="258"/>
        </pc:sldMkLst>
        <pc:spChg chg="mod">
          <ac:chgData name="Francisco Bautista Vanegas" userId="aa2c1107f0575a63" providerId="LiveId" clId="{C8008449-672B-4755-8D1E-5C128F277BF6}" dt="2026-04-09T21:11:33.999" v="381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1:59.580" v="389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1:56.503" v="388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2:22.047" v="396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3:05.234" v="403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3:35.424" v="406" actId="1076"/>
          <ac:spMkLst>
            <pc:docMk/>
            <pc:sldMk cId="0" sldId="258"/>
            <ac:spMk id="10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13:29.970" v="404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13:31.844" v="405" actId="478"/>
          <ac:spMkLst>
            <pc:docMk/>
            <pc:sldMk cId="0" sldId="258"/>
            <ac:spMk id="12" creationId="{00000000-0000-0000-0000-000000000000}"/>
          </ac:spMkLst>
        </pc:spChg>
      </pc:sldChg>
      <pc:sldChg chg="delSp modSp mod">
        <pc:chgData name="Francisco Bautista Vanegas" userId="aa2c1107f0575a63" providerId="LiveId" clId="{C8008449-672B-4755-8D1E-5C128F277BF6}" dt="2026-04-09T21:19:02.730" v="424" actId="1076"/>
        <pc:sldMkLst>
          <pc:docMk/>
          <pc:sldMk cId="0" sldId="259"/>
        </pc:sldMkLst>
        <pc:spChg chg="mod">
          <ac:chgData name="Francisco Bautista Vanegas" userId="aa2c1107f0575a63" providerId="LiveId" clId="{C8008449-672B-4755-8D1E-5C128F277BF6}" dt="2026-04-09T21:18:57.092" v="423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9:02.730" v="424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5:09.465" v="418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5:50.798" v="422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4:33.541" v="415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5:41.017" v="421" actId="20577"/>
          <ac:spMkLst>
            <pc:docMk/>
            <pc:sldMk cId="0" sldId="259"/>
            <ac:spMk id="9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14:37.462" v="416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14:39.147" v="417" actId="478"/>
          <ac:spMkLst>
            <pc:docMk/>
            <pc:sldMk cId="0" sldId="259"/>
            <ac:spMk id="12" creationId="{00000000-0000-0000-0000-000000000000}"/>
          </ac:spMkLst>
        </pc:spChg>
      </pc:sldChg>
      <pc:sldChg chg="delSp modSp mod">
        <pc:chgData name="Francisco Bautista Vanegas" userId="aa2c1107f0575a63" providerId="LiveId" clId="{C8008449-672B-4755-8D1E-5C128F277BF6}" dt="2026-04-09T21:21:46.754" v="489" actId="1076"/>
        <pc:sldMkLst>
          <pc:docMk/>
          <pc:sldMk cId="0" sldId="260"/>
        </pc:sldMkLst>
        <pc:spChg chg="mod">
          <ac:chgData name="Francisco Bautista Vanegas" userId="aa2c1107f0575a63" providerId="LiveId" clId="{C8008449-672B-4755-8D1E-5C128F277BF6}" dt="2026-04-09T21:21:38.545" v="488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1:46.754" v="489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9:47.396" v="433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19:34.277" v="429" actId="20577"/>
          <ac:spMkLst>
            <pc:docMk/>
            <pc:sldMk cId="0" sldId="260"/>
            <ac:spMk id="9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19:37.800" v="430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19:39.343" v="431" actId="478"/>
          <ac:spMkLst>
            <pc:docMk/>
            <pc:sldMk cId="0" sldId="260"/>
            <ac:spMk id="12" creationId="{00000000-0000-0000-0000-000000000000}"/>
          </ac:spMkLst>
        </pc:spChg>
      </pc:sldChg>
      <pc:sldChg chg="delSp modSp mod">
        <pc:chgData name="Francisco Bautista Vanegas" userId="aa2c1107f0575a63" providerId="LiveId" clId="{C8008449-672B-4755-8D1E-5C128F277BF6}" dt="2026-04-09T21:21:31.828" v="487" actId="1076"/>
        <pc:sldMkLst>
          <pc:docMk/>
          <pc:sldMk cId="0" sldId="261"/>
        </pc:sldMkLst>
        <pc:spChg chg="mod">
          <ac:chgData name="Francisco Bautista Vanegas" userId="aa2c1107f0575a63" providerId="LiveId" clId="{C8008449-672B-4755-8D1E-5C128F277BF6}" dt="2026-04-09T21:21:26.896" v="485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1:31.828" v="487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1:09.485" v="483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0:57.949" v="479" actId="20577"/>
          <ac:spMkLst>
            <pc:docMk/>
            <pc:sldMk cId="0" sldId="261"/>
            <ac:spMk id="9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1:02.260" v="480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1:04.123" v="481" actId="478"/>
          <ac:spMkLst>
            <pc:docMk/>
            <pc:sldMk cId="0" sldId="261"/>
            <ac:spMk id="12" creationId="{00000000-0000-0000-0000-000000000000}"/>
          </ac:spMkLst>
        </pc:spChg>
      </pc:sldChg>
      <pc:sldChg chg="delSp modSp mod">
        <pc:chgData name="Francisco Bautista Vanegas" userId="aa2c1107f0575a63" providerId="LiveId" clId="{C8008449-672B-4755-8D1E-5C128F277BF6}" dt="2026-04-09T21:22:38.528" v="501" actId="478"/>
        <pc:sldMkLst>
          <pc:docMk/>
          <pc:sldMk cId="0" sldId="262"/>
        </pc:sldMkLst>
        <pc:spChg chg="mod">
          <ac:chgData name="Francisco Bautista Vanegas" userId="aa2c1107f0575a63" providerId="LiveId" clId="{C8008449-672B-4755-8D1E-5C128F277BF6}" dt="2026-04-09T21:21:57.905" v="491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2:02.915" v="492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2:31.645" v="499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2:29.322" v="498" actId="1076"/>
          <ac:spMkLst>
            <pc:docMk/>
            <pc:sldMk cId="0" sldId="262"/>
            <ac:spMk id="9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2:38.528" v="501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2:36.397" v="500" actId="478"/>
          <ac:spMkLst>
            <pc:docMk/>
            <pc:sldMk cId="0" sldId="262"/>
            <ac:spMk id="12" creationId="{00000000-0000-0000-0000-000000000000}"/>
          </ac:spMkLst>
        </pc:spChg>
      </pc:sldChg>
      <pc:sldChg chg="delSp modSp mod">
        <pc:chgData name="Francisco Bautista Vanegas" userId="aa2c1107f0575a63" providerId="LiveId" clId="{C8008449-672B-4755-8D1E-5C128F277BF6}" dt="2026-04-09T21:23:24.180" v="512" actId="1076"/>
        <pc:sldMkLst>
          <pc:docMk/>
          <pc:sldMk cId="0" sldId="263"/>
        </pc:sldMkLst>
        <pc:spChg chg="mod">
          <ac:chgData name="Francisco Bautista Vanegas" userId="aa2c1107f0575a63" providerId="LiveId" clId="{C8008449-672B-4755-8D1E-5C128F277BF6}" dt="2026-04-09T21:23:13.153" v="510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3:24.180" v="512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3:00.373" v="506" actId="14100"/>
          <ac:spMkLst>
            <pc:docMk/>
            <pc:sldMk cId="0" sldId="263"/>
            <ac:spMk id="8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2:55.471" v="505" actId="1076"/>
          <ac:spMkLst>
            <pc:docMk/>
            <pc:sldMk cId="0" sldId="263"/>
            <ac:spMk id="9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2:46.021" v="502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2:47.696" v="503" actId="478"/>
          <ac:spMkLst>
            <pc:docMk/>
            <pc:sldMk cId="0" sldId="263"/>
            <ac:spMk id="12" creationId="{00000000-0000-0000-0000-000000000000}"/>
          </ac:spMkLst>
        </pc:spChg>
      </pc:sldChg>
      <pc:sldChg chg="delSp modSp mod">
        <pc:chgData name="Francisco Bautista Vanegas" userId="aa2c1107f0575a63" providerId="LiveId" clId="{C8008449-672B-4755-8D1E-5C128F277BF6}" dt="2026-04-09T21:24:19.087" v="521" actId="20577"/>
        <pc:sldMkLst>
          <pc:docMk/>
          <pc:sldMk cId="0" sldId="264"/>
        </pc:sldMkLst>
        <pc:spChg chg="mod">
          <ac:chgData name="Francisco Bautista Vanegas" userId="aa2c1107f0575a63" providerId="LiveId" clId="{C8008449-672B-4755-8D1E-5C128F277BF6}" dt="2026-04-09T21:23:59.388" v="515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3:52.784" v="514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4:06.378" v="516" actId="14100"/>
          <ac:spMkLst>
            <pc:docMk/>
            <pc:sldMk cId="0" sldId="264"/>
            <ac:spMk id="8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4:19.087" v="521" actId="20577"/>
          <ac:spMkLst>
            <pc:docMk/>
            <pc:sldMk cId="0" sldId="264"/>
            <ac:spMk id="9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4:09.626" v="518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4:08.043" v="517" actId="478"/>
          <ac:spMkLst>
            <pc:docMk/>
            <pc:sldMk cId="0" sldId="264"/>
            <ac:spMk id="12" creationId="{00000000-0000-0000-0000-000000000000}"/>
          </ac:spMkLst>
        </pc:spChg>
      </pc:sldChg>
      <pc:sldChg chg="delSp modSp mod">
        <pc:chgData name="Francisco Bautista Vanegas" userId="aa2c1107f0575a63" providerId="LiveId" clId="{C8008449-672B-4755-8D1E-5C128F277BF6}" dt="2026-04-09T21:25:07.770" v="533" actId="478"/>
        <pc:sldMkLst>
          <pc:docMk/>
          <pc:sldMk cId="0" sldId="265"/>
        </pc:sldMkLst>
        <pc:spChg chg="mod">
          <ac:chgData name="Francisco Bautista Vanegas" userId="aa2c1107f0575a63" providerId="LiveId" clId="{C8008449-672B-4755-8D1E-5C128F277BF6}" dt="2026-04-09T21:24:37.623" v="524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4:50.954" v="527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4:59.938" v="529" actId="14100"/>
          <ac:spMkLst>
            <pc:docMk/>
            <pc:sldMk cId="0" sldId="265"/>
            <ac:spMk id="8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5:04.927" v="531" actId="1076"/>
          <ac:spMkLst>
            <pc:docMk/>
            <pc:sldMk cId="0" sldId="265"/>
            <ac:spMk id="9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5:06.511" v="532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5:07.770" v="533" actId="478"/>
          <ac:spMkLst>
            <pc:docMk/>
            <pc:sldMk cId="0" sldId="265"/>
            <ac:spMk id="12" creationId="{00000000-0000-0000-0000-000000000000}"/>
          </ac:spMkLst>
        </pc:spChg>
      </pc:sldChg>
      <pc:sldChg chg="delSp modSp mod">
        <pc:chgData name="Francisco Bautista Vanegas" userId="aa2c1107f0575a63" providerId="LiveId" clId="{C8008449-672B-4755-8D1E-5C128F277BF6}" dt="2026-04-09T21:25:58.311" v="549" actId="1076"/>
        <pc:sldMkLst>
          <pc:docMk/>
          <pc:sldMk cId="0" sldId="266"/>
        </pc:sldMkLst>
        <pc:spChg chg="mod">
          <ac:chgData name="Francisco Bautista Vanegas" userId="aa2c1107f0575a63" providerId="LiveId" clId="{C8008449-672B-4755-8D1E-5C128F277BF6}" dt="2026-04-09T21:25:30.421" v="539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5:58.311" v="549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5:54.391" v="548" actId="14100"/>
          <ac:spMkLst>
            <pc:docMk/>
            <pc:sldMk cId="0" sldId="266"/>
            <ac:spMk id="8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5:49.484" v="547" actId="1076"/>
          <ac:spMkLst>
            <pc:docMk/>
            <pc:sldMk cId="0" sldId="266"/>
            <ac:spMk id="9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5:40.395" v="543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5:42.021" v="544" actId="478"/>
          <ac:spMkLst>
            <pc:docMk/>
            <pc:sldMk cId="0" sldId="266"/>
            <ac:spMk id="12" creationId="{00000000-0000-0000-0000-000000000000}"/>
          </ac:spMkLst>
        </pc:spChg>
      </pc:sldChg>
      <pc:sldChg chg="delSp modSp mod">
        <pc:chgData name="Francisco Bautista Vanegas" userId="aa2c1107f0575a63" providerId="LiveId" clId="{C8008449-672B-4755-8D1E-5C128F277BF6}" dt="2026-04-09T21:26:58.650" v="559" actId="478"/>
        <pc:sldMkLst>
          <pc:docMk/>
          <pc:sldMk cId="0" sldId="267"/>
        </pc:sldMkLst>
        <pc:spChg chg="mod">
          <ac:chgData name="Francisco Bautista Vanegas" userId="aa2c1107f0575a63" providerId="LiveId" clId="{C8008449-672B-4755-8D1E-5C128F277BF6}" dt="2026-04-09T21:26:41.313" v="553" actId="14100"/>
          <ac:spMkLst>
            <pc:docMk/>
            <pc:sldMk cId="0" sldId="267"/>
            <ac:spMk id="6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6:46.108" v="554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6:54.859" v="557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6:48.808" v="555" actId="20577"/>
          <ac:spMkLst>
            <pc:docMk/>
            <pc:sldMk cId="0" sldId="267"/>
            <ac:spMk id="9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6:58.650" v="559" actId="478"/>
          <ac:spMkLst>
            <pc:docMk/>
            <pc:sldMk cId="0" sldId="267"/>
            <ac:spMk id="11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6:56.995" v="558" actId="478"/>
          <ac:spMkLst>
            <pc:docMk/>
            <pc:sldMk cId="0" sldId="267"/>
            <ac:spMk id="12" creationId="{00000000-0000-0000-0000-000000000000}"/>
          </ac:spMkLst>
        </pc:spChg>
      </pc:sldChg>
      <pc:sldChg chg="delSp modSp mod">
        <pc:chgData name="Francisco Bautista Vanegas" userId="aa2c1107f0575a63" providerId="LiveId" clId="{C8008449-672B-4755-8D1E-5C128F277BF6}" dt="2026-04-09T21:28:56.697" v="655" actId="1076"/>
        <pc:sldMkLst>
          <pc:docMk/>
          <pc:sldMk cId="0" sldId="268"/>
        </pc:sldMkLst>
        <pc:spChg chg="mod">
          <ac:chgData name="Francisco Bautista Vanegas" userId="aa2c1107f0575a63" providerId="LiveId" clId="{C8008449-672B-4755-8D1E-5C128F277BF6}" dt="2026-04-09T21:28:56.697" v="655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8:53.718" v="654" actId="20577"/>
          <ac:spMkLst>
            <pc:docMk/>
            <pc:sldMk cId="0" sldId="268"/>
            <ac:spMk id="7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8:43.317" v="651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Francisco Bautista Vanegas" userId="aa2c1107f0575a63" providerId="LiveId" clId="{C8008449-672B-4755-8D1E-5C128F277BF6}" dt="2026-04-09T21:28:47.589" v="652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8:35.815" v="648" actId="478"/>
          <ac:spMkLst>
            <pc:docMk/>
            <pc:sldMk cId="0" sldId="268"/>
            <ac:spMk id="11" creationId="{00000000-0000-0000-0000-000000000000}"/>
          </ac:spMkLst>
        </pc:spChg>
        <pc:spChg chg="del">
          <ac:chgData name="Francisco Bautista Vanegas" userId="aa2c1107f0575a63" providerId="LiveId" clId="{C8008449-672B-4755-8D1E-5C128F277BF6}" dt="2026-04-09T21:28:37.723" v="649" actId="478"/>
          <ac:spMkLst>
            <pc:docMk/>
            <pc:sldMk cId="0" sldId="268"/>
            <ac:spMk id="12" creationId="{00000000-0000-0000-0000-000000000000}"/>
          </ac:spMkLst>
        </pc:spChg>
      </pc:sldChg>
      <pc:sldChg chg="del">
        <pc:chgData name="Francisco Bautista Vanegas" userId="aa2c1107f0575a63" providerId="LiveId" clId="{C8008449-672B-4755-8D1E-5C128F277BF6}" dt="2026-04-09T20:58:03.358" v="0" actId="47"/>
        <pc:sldMkLst>
          <pc:docMk/>
          <pc:sldMk cId="0" sldId="269"/>
        </pc:sldMkLst>
      </pc:sldChg>
      <pc:sldChg chg="new del">
        <pc:chgData name="Francisco Bautista Vanegas" userId="aa2c1107f0575a63" providerId="LiveId" clId="{C8008449-672B-4755-8D1E-5C128F277BF6}" dt="2026-04-09T21:27:16.854" v="562" actId="47"/>
        <pc:sldMkLst>
          <pc:docMk/>
          <pc:sldMk cId="2228191944" sldId="269"/>
        </pc:sldMkLst>
      </pc:sldChg>
      <pc:sldChg chg="delSp modSp add mod setBg">
        <pc:chgData name="Francisco Bautista Vanegas" userId="aa2c1107f0575a63" providerId="LiveId" clId="{C8008449-672B-4755-8D1E-5C128F277BF6}" dt="2026-04-09T21:28:29.035" v="647" actId="1076"/>
        <pc:sldMkLst>
          <pc:docMk/>
          <pc:sldMk cId="608193176" sldId="270"/>
        </pc:sldMkLst>
        <pc:spChg chg="mod">
          <ac:chgData name="Francisco Bautista Vanegas" userId="aa2c1107f0575a63" providerId="LiveId" clId="{C8008449-672B-4755-8D1E-5C128F277BF6}" dt="2026-04-09T21:27:28.613" v="600" actId="20577"/>
          <ac:spMkLst>
            <pc:docMk/>
            <pc:sldMk cId="608193176" sldId="270"/>
            <ac:spMk id="3" creationId="{C35EAB21-1B2A-4A88-0917-B2399C1AEFEA}"/>
          </ac:spMkLst>
        </pc:spChg>
        <pc:spChg chg="del">
          <ac:chgData name="Francisco Bautista Vanegas" userId="aa2c1107f0575a63" providerId="LiveId" clId="{C8008449-672B-4755-8D1E-5C128F277BF6}" dt="2026-04-09T21:27:33.203" v="601" actId="478"/>
          <ac:spMkLst>
            <pc:docMk/>
            <pc:sldMk cId="608193176" sldId="270"/>
            <ac:spMk id="4" creationId="{CF1526D1-708F-9C2B-5C56-151548CCA611}"/>
          </ac:spMkLst>
        </pc:spChg>
        <pc:spChg chg="mod">
          <ac:chgData name="Francisco Bautista Vanegas" userId="aa2c1107f0575a63" providerId="LiveId" clId="{C8008449-672B-4755-8D1E-5C128F277BF6}" dt="2026-04-09T21:28:24.677" v="646" actId="14100"/>
          <ac:spMkLst>
            <pc:docMk/>
            <pc:sldMk cId="608193176" sldId="270"/>
            <ac:spMk id="6" creationId="{FDAE10EA-532D-2F82-791D-AC569BC0CE1A}"/>
          </ac:spMkLst>
        </pc:spChg>
        <pc:spChg chg="mod">
          <ac:chgData name="Francisco Bautista Vanegas" userId="aa2c1107f0575a63" providerId="LiveId" clId="{C8008449-672B-4755-8D1E-5C128F277BF6}" dt="2026-04-09T21:28:29.035" v="647" actId="1076"/>
          <ac:spMkLst>
            <pc:docMk/>
            <pc:sldMk cId="608193176" sldId="270"/>
            <ac:spMk id="7" creationId="{4865BBAB-D17A-268D-984D-EB1CF69D3476}"/>
          </ac:spMkLst>
        </pc:spChg>
        <pc:spChg chg="del">
          <ac:chgData name="Francisco Bautista Vanegas" userId="aa2c1107f0575a63" providerId="LiveId" clId="{C8008449-672B-4755-8D1E-5C128F277BF6}" dt="2026-04-09T21:27:38.599" v="603" actId="478"/>
          <ac:spMkLst>
            <pc:docMk/>
            <pc:sldMk cId="608193176" sldId="270"/>
            <ac:spMk id="8" creationId="{14F636ED-09BC-F606-F896-38C8571D971D}"/>
          </ac:spMkLst>
        </pc:spChg>
        <pc:spChg chg="del mod">
          <ac:chgData name="Francisco Bautista Vanegas" userId="aa2c1107f0575a63" providerId="LiveId" clId="{C8008449-672B-4755-8D1E-5C128F277BF6}" dt="2026-04-09T21:27:40.628" v="604" actId="478"/>
          <ac:spMkLst>
            <pc:docMk/>
            <pc:sldMk cId="608193176" sldId="270"/>
            <ac:spMk id="9" creationId="{7AFAC841-049C-04FE-65BB-26EA845A051D}"/>
          </ac:spMkLst>
        </pc:spChg>
        <pc:spChg chg="del mod">
          <ac:chgData name="Francisco Bautista Vanegas" userId="aa2c1107f0575a63" providerId="LiveId" clId="{C8008449-672B-4755-8D1E-5C128F277BF6}" dt="2026-04-09T21:27:43.897" v="606" actId="478"/>
          <ac:spMkLst>
            <pc:docMk/>
            <pc:sldMk cId="608193176" sldId="270"/>
            <ac:spMk id="11" creationId="{A6D3AF08-A3B0-1FF5-46F8-B098E4A7F0BB}"/>
          </ac:spMkLst>
        </pc:spChg>
        <pc:spChg chg="del">
          <ac:chgData name="Francisco Bautista Vanegas" userId="aa2c1107f0575a63" providerId="LiveId" clId="{C8008449-672B-4755-8D1E-5C128F277BF6}" dt="2026-04-09T21:27:45.792" v="607" actId="478"/>
          <ac:spMkLst>
            <pc:docMk/>
            <pc:sldMk cId="608193176" sldId="270"/>
            <ac:spMk id="12" creationId="{C0F7B3C4-3427-1D06-EA9C-851E9BA377F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425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Presenta: 'Hoy voy a mostrar SQL con ejemplos de código. Cada diapositiva tiene una definición breve y un ejemplo ejecutable.'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Di: 'Con estos datos, los resultados de SUM/COUNT/Top5 van a tener sentido.'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Resalta PK y FK. Di: 'Primero creo tablas, luego puedo insertar datos (DML)'.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Di: 'INSERT crea el registro. Es lo que hace una app cuando un usuario se registra o compra'.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Di: 'Sin WHERE, podrías actualizar todos los registros. Por eso el filtro es clave'.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Avisa que si hay llaves foráneas puede impedir borrar si existen pedidos asociados.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Di: 'Esto es como cuando la app muestra el historial de compras de un cliente'.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Conecta con el mundo real: 'Esto lo usa el dashboard de ventas'.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Di: 'Aquí ya no obtengo el total general, sino uno por cada cliente'.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Frase corta: 'WHERE antes, HAVING después'.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Di: 'Esto crea un ranking: quién compró más aparece primero'.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Di: 'Top 5 clientes. Es típico en reportes y dashboards'.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Di: 'Así una app llama la consulta sin reescribir el SQL cada vez'.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AF6C7-CA90-8D0C-05C6-26EFEF465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CD0F1-4D5D-6BF4-889D-ECE07C27D1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D33A5-911F-B1E3-5DF7-A260E33704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Di: 'Así una app llama la consulta sin reescribir el SQL cada vez'.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C3A19-CFD6-4A82-B166-CF3A61520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93244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2146" y="2610090"/>
            <a:ext cx="100396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374151"/>
                </a:solidFill>
                <a:latin typeface="Calibri"/>
              </a:rPr>
              <a:t>DDL </a:t>
            </a:r>
            <a:r>
              <a:rPr lang="es-MX" sz="1800" dirty="0">
                <a:solidFill>
                  <a:srgbClr val="374151"/>
                </a:solidFill>
                <a:latin typeface="Calibri"/>
              </a:rPr>
              <a:t>- </a:t>
            </a:r>
            <a:r>
              <a:rPr sz="1800" dirty="0">
                <a:solidFill>
                  <a:srgbClr val="374151"/>
                </a:solidFill>
                <a:latin typeface="Calibri"/>
              </a:rPr>
              <a:t>DML </a:t>
            </a:r>
            <a:r>
              <a:rPr lang="es-MX" dirty="0">
                <a:solidFill>
                  <a:srgbClr val="374151"/>
                </a:solidFill>
                <a:latin typeface="Calibri"/>
              </a:rPr>
              <a:t>-</a:t>
            </a:r>
            <a:r>
              <a:rPr sz="1800" dirty="0">
                <a:solidFill>
                  <a:srgbClr val="374151"/>
                </a:solidFill>
                <a:latin typeface="Calibri"/>
              </a:rPr>
              <a:t> SELECT </a:t>
            </a:r>
            <a:r>
              <a:rPr lang="es-MX" sz="1800" dirty="0">
                <a:solidFill>
                  <a:srgbClr val="374151"/>
                </a:solidFill>
                <a:latin typeface="Calibri"/>
              </a:rPr>
              <a:t>-</a:t>
            </a:r>
            <a:r>
              <a:rPr sz="1800" dirty="0">
                <a:solidFill>
                  <a:srgbClr val="374151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374151"/>
                </a:solidFill>
                <a:latin typeface="Calibri"/>
              </a:rPr>
              <a:t>Agregación</a:t>
            </a:r>
            <a:r>
              <a:rPr sz="1800" dirty="0">
                <a:solidFill>
                  <a:srgbClr val="374151"/>
                </a:solidFill>
                <a:latin typeface="Calibri"/>
              </a:rPr>
              <a:t> </a:t>
            </a:r>
            <a:r>
              <a:rPr lang="es-MX" sz="1800" dirty="0">
                <a:solidFill>
                  <a:srgbClr val="374151"/>
                </a:solidFill>
                <a:latin typeface="Calibri"/>
              </a:rPr>
              <a:t>-</a:t>
            </a:r>
            <a:r>
              <a:rPr sz="1800" dirty="0">
                <a:solidFill>
                  <a:srgbClr val="374151"/>
                </a:solidFill>
                <a:latin typeface="Calibri"/>
              </a:rPr>
              <a:t> GROUP BY </a:t>
            </a:r>
            <a:r>
              <a:rPr lang="es-MX" sz="1800" dirty="0">
                <a:solidFill>
                  <a:srgbClr val="374151"/>
                </a:solidFill>
                <a:latin typeface="Calibri"/>
              </a:rPr>
              <a:t>-</a:t>
            </a:r>
            <a:r>
              <a:rPr sz="1800" dirty="0">
                <a:solidFill>
                  <a:srgbClr val="374151"/>
                </a:solidFill>
                <a:latin typeface="Calibri"/>
              </a:rPr>
              <a:t> HAVING </a:t>
            </a:r>
            <a:r>
              <a:rPr lang="es-MX" sz="1800" dirty="0">
                <a:solidFill>
                  <a:srgbClr val="374151"/>
                </a:solidFill>
                <a:latin typeface="Calibri"/>
              </a:rPr>
              <a:t>-</a:t>
            </a:r>
            <a:r>
              <a:rPr sz="1800" dirty="0">
                <a:solidFill>
                  <a:srgbClr val="374151"/>
                </a:solidFill>
                <a:latin typeface="Calibri"/>
              </a:rPr>
              <a:t> ORDER BY </a:t>
            </a:r>
            <a:r>
              <a:rPr lang="es-MX" sz="1800" dirty="0">
                <a:solidFill>
                  <a:srgbClr val="374151"/>
                </a:solidFill>
                <a:latin typeface="Calibri"/>
              </a:rPr>
              <a:t>-</a:t>
            </a:r>
            <a:r>
              <a:rPr sz="1800" dirty="0">
                <a:solidFill>
                  <a:srgbClr val="374151"/>
                </a:solidFill>
                <a:latin typeface="Calibri"/>
              </a:rPr>
              <a:t> LIMIT </a:t>
            </a:r>
            <a:r>
              <a:rPr lang="es-MX" sz="1800" dirty="0">
                <a:solidFill>
                  <a:srgbClr val="374151"/>
                </a:solidFill>
                <a:latin typeface="Calibri"/>
              </a:rPr>
              <a:t>–</a:t>
            </a:r>
            <a:r>
              <a:rPr sz="1800" dirty="0">
                <a:solidFill>
                  <a:srgbClr val="374151"/>
                </a:solidFill>
                <a:latin typeface="Calibri"/>
              </a:rPr>
              <a:t> </a:t>
            </a:r>
            <a:r>
              <a:rPr lang="es-MX" sz="1800" dirty="0">
                <a:solidFill>
                  <a:srgbClr val="374151"/>
                </a:solidFill>
                <a:latin typeface="Calibri"/>
              </a:rPr>
              <a:t>Procedimientos Almacenados</a:t>
            </a:r>
            <a:endParaRPr sz="1800" dirty="0">
              <a:solidFill>
                <a:srgbClr val="374151"/>
              </a:solidFill>
              <a:latin typeface="Calibri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51F0C5A-1C30-1DF4-7A16-315B9D93CA2B}"/>
              </a:ext>
            </a:extLst>
          </p:cNvPr>
          <p:cNvSpPr txBox="1"/>
          <p:nvPr/>
        </p:nvSpPr>
        <p:spPr>
          <a:xfrm>
            <a:off x="4506308" y="3966082"/>
            <a:ext cx="3179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Bautista Vanegas Francisco</a:t>
            </a:r>
          </a:p>
          <a:p>
            <a:pPr algn="ctr"/>
            <a:r>
              <a:rPr lang="es-MX" dirty="0"/>
              <a:t>Castañeda Murcia Eric Mauricio</a:t>
            </a:r>
          </a:p>
          <a:p>
            <a:pPr algn="ctr"/>
            <a:r>
              <a:rPr lang="es-MX" dirty="0"/>
              <a:t>Manrique González Santiago</a:t>
            </a:r>
          </a:p>
          <a:p>
            <a:pPr algn="ctr"/>
            <a:r>
              <a:rPr lang="es-MX" dirty="0"/>
              <a:t>Manrique Urbina Juan David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62F74FE-6FA4-88F6-05F3-CAB91E488732}"/>
              </a:ext>
            </a:extLst>
          </p:cNvPr>
          <p:cNvSpPr txBox="1"/>
          <p:nvPr/>
        </p:nvSpPr>
        <p:spPr>
          <a:xfrm>
            <a:off x="1339652" y="6061371"/>
            <a:ext cx="9512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CORPORACIÓN UNIVERSITARIA DEL HUILA – CORHUILA</a:t>
            </a:r>
          </a:p>
          <a:p>
            <a:pPr algn="ctr"/>
            <a:r>
              <a:rPr lang="es-CO" b="1" dirty="0"/>
              <a:t>Abril 2026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0D0CB8F-B636-44D7-4E7B-E15891902522}"/>
              </a:ext>
            </a:extLst>
          </p:cNvPr>
          <p:cNvSpPr txBox="1"/>
          <p:nvPr/>
        </p:nvSpPr>
        <p:spPr>
          <a:xfrm>
            <a:off x="1749273" y="186294"/>
            <a:ext cx="8693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600" b="1" dirty="0">
                <a:solidFill>
                  <a:srgbClr val="1F4E79"/>
                </a:solidFill>
                <a:latin typeface="Calibri"/>
              </a:rPr>
              <a:t>MODELADO Y GESTIÓN DE BASES DE DATOS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B21C8A0-2CBC-241C-2179-4EFC2661931C}"/>
              </a:ext>
            </a:extLst>
          </p:cNvPr>
          <p:cNvSpPr txBox="1"/>
          <p:nvPr/>
        </p:nvSpPr>
        <p:spPr>
          <a:xfrm>
            <a:off x="3037488" y="1459747"/>
            <a:ext cx="61170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solidFill>
                  <a:srgbClr val="1F4E79"/>
                </a:solidFill>
                <a:latin typeface="Calibri"/>
              </a:rPr>
              <a:t>SQL: Ejemplos con Código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solidFill>
                  <a:srgbClr val="FFFFFF"/>
                </a:solidFill>
                <a:latin typeface="Calibri"/>
              </a:rPr>
              <a:t>Caso </a:t>
            </a:r>
            <a:r>
              <a:rPr sz="2800" dirty="0" err="1">
                <a:solidFill>
                  <a:srgbClr val="FFFFFF"/>
                </a:solidFill>
                <a:latin typeface="Calibri"/>
              </a:rPr>
              <a:t>práctico</a:t>
            </a:r>
            <a:endParaRPr sz="2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5265" y="752927"/>
            <a:ext cx="20858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1400" dirty="0">
                <a:latin typeface="Calibri"/>
              </a:rPr>
              <a:t>Usamos</a:t>
            </a:r>
            <a:r>
              <a:rPr sz="1400" dirty="0">
                <a:latin typeface="Calibri"/>
              </a:rPr>
              <a:t> </a:t>
            </a:r>
            <a:r>
              <a:rPr sz="1400" dirty="0" err="1">
                <a:latin typeface="Calibri"/>
              </a:rPr>
              <a:t>una</a:t>
            </a:r>
            <a:r>
              <a:rPr sz="1400" dirty="0">
                <a:latin typeface="Calibri"/>
              </a:rPr>
              <a:t> tienda 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9065" y="1031170"/>
            <a:ext cx="53949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7665" y="1332922"/>
            <a:ext cx="4937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 err="1"/>
              <a:t>Tablas</a:t>
            </a:r>
            <a:r>
              <a:rPr dirty="0"/>
              <a:t>: </a:t>
            </a:r>
            <a:r>
              <a:rPr dirty="0" err="1"/>
              <a:t>clientes</a:t>
            </a:r>
            <a:r>
              <a:rPr dirty="0"/>
              <a:t>, </a:t>
            </a:r>
            <a:r>
              <a:rPr dirty="0" err="1"/>
              <a:t>productos</a:t>
            </a:r>
            <a:r>
              <a:rPr dirty="0"/>
              <a:t> y </a:t>
            </a:r>
            <a:r>
              <a:rPr dirty="0" err="1"/>
              <a:t>pedidos</a:t>
            </a:r>
            <a:r>
              <a:rPr dirty="0"/>
              <a:t>.</a:t>
            </a:r>
            <a:br>
              <a:rPr dirty="0"/>
            </a:br>
            <a:endParaRPr lang="es-MX" dirty="0"/>
          </a:p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La idea es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tablas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0" y="1143000"/>
            <a:ext cx="5379720" cy="49377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67272" y="1767006"/>
            <a:ext cx="483717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/>
              <a:t>-- Datos de </a:t>
            </a:r>
            <a:r>
              <a:rPr dirty="0" err="1"/>
              <a:t>ejemplo</a:t>
            </a:r>
            <a:r>
              <a:rPr dirty="0"/>
              <a:t> (para </a:t>
            </a:r>
            <a:r>
              <a:rPr dirty="0" err="1"/>
              <a:t>probar</a:t>
            </a:r>
            <a:r>
              <a:rPr dirty="0"/>
              <a:t> las </a:t>
            </a:r>
            <a:r>
              <a:rPr dirty="0" err="1"/>
              <a:t>consultas</a:t>
            </a:r>
            <a:r>
              <a:rPr dirty="0"/>
              <a:t>)</a:t>
            </a:r>
            <a:br>
              <a:rPr dirty="0"/>
            </a:br>
            <a:r>
              <a:rPr dirty="0"/>
              <a:t>INSERT INTO </a:t>
            </a:r>
            <a:r>
              <a:rPr dirty="0" err="1"/>
              <a:t>clientes</a:t>
            </a:r>
            <a:r>
              <a:rPr dirty="0"/>
              <a:t> VALUES (1,'Ana </a:t>
            </a:r>
            <a:r>
              <a:rPr dirty="0" err="1"/>
              <a:t>Pérez','Neiva</a:t>
            </a:r>
            <a:r>
              <a:rPr dirty="0"/>
              <a:t>');</a:t>
            </a:r>
            <a:br>
              <a:rPr dirty="0"/>
            </a:br>
            <a:r>
              <a:rPr dirty="0"/>
              <a:t>INSERT INTO </a:t>
            </a:r>
            <a:r>
              <a:rPr dirty="0" err="1"/>
              <a:t>clientes</a:t>
            </a:r>
            <a:r>
              <a:rPr dirty="0"/>
              <a:t> VALUES (2,'Luis </a:t>
            </a:r>
            <a:r>
              <a:rPr dirty="0" err="1"/>
              <a:t>Gómez','Bogotá</a:t>
            </a:r>
            <a:r>
              <a:rPr dirty="0"/>
              <a:t>');</a:t>
            </a:r>
            <a:br>
              <a:rPr dirty="0"/>
            </a:br>
            <a:br>
              <a:rPr dirty="0"/>
            </a:br>
            <a:r>
              <a:rPr dirty="0"/>
              <a:t>INSERT INTO </a:t>
            </a:r>
            <a:r>
              <a:rPr dirty="0" err="1"/>
              <a:t>productos</a:t>
            </a:r>
            <a:r>
              <a:rPr dirty="0"/>
              <a:t> VALUES (10,'Teclado',85000);</a:t>
            </a:r>
            <a:br>
              <a:rPr dirty="0"/>
            </a:br>
            <a:r>
              <a:rPr dirty="0"/>
              <a:t>INSERT INTO </a:t>
            </a:r>
            <a:r>
              <a:rPr dirty="0" err="1"/>
              <a:t>productos</a:t>
            </a:r>
            <a:r>
              <a:rPr dirty="0"/>
              <a:t> VALUES (11,'Mouse',45000);</a:t>
            </a:r>
            <a:br>
              <a:rPr dirty="0"/>
            </a:br>
            <a:br>
              <a:rPr dirty="0"/>
            </a:br>
            <a:r>
              <a:rPr dirty="0"/>
              <a:t>INSERT INTO </a:t>
            </a:r>
            <a:r>
              <a:rPr dirty="0" err="1"/>
              <a:t>pedidos</a:t>
            </a:r>
            <a:r>
              <a:rPr dirty="0"/>
              <a:t> VALUES (100,1,'2026-04-01',130000);</a:t>
            </a:r>
            <a:br>
              <a:rPr dirty="0"/>
            </a:br>
            <a:r>
              <a:rPr dirty="0"/>
              <a:t>INSERT INTO </a:t>
            </a:r>
            <a:r>
              <a:rPr dirty="0" err="1"/>
              <a:t>pedidos</a:t>
            </a:r>
            <a:r>
              <a:rPr dirty="0"/>
              <a:t> VALUES (101,2,'2026-04-02',45000);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solidFill>
                  <a:srgbClr val="FFFFFF"/>
                </a:solidFill>
                <a:latin typeface="Calibri"/>
              </a:rPr>
              <a:t>DDL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Crear la estructura (tablas/llaves)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53451" y="960120"/>
            <a:ext cx="4565694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2051" y="1265211"/>
            <a:ext cx="49377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DDL define la </a:t>
            </a:r>
            <a:r>
              <a:rPr dirty="0" err="1"/>
              <a:t>estructura</a:t>
            </a:r>
            <a:r>
              <a:rPr dirty="0"/>
              <a:t> de la base de </a:t>
            </a:r>
            <a:r>
              <a:rPr dirty="0" err="1"/>
              <a:t>datos</a:t>
            </a:r>
            <a:r>
              <a:rPr dirty="0"/>
              <a:t> </a:t>
            </a:r>
            <a:endParaRPr lang="es-MX" dirty="0"/>
          </a:p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endParaRPr lang="es-CO" dirty="0"/>
          </a:p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endParaRPr lang="es-CO" dirty="0"/>
          </a:p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(CREATE, ALTER, DROP).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5269" y="932688"/>
            <a:ext cx="7096795" cy="546811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39944" y="1265211"/>
            <a:ext cx="612721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/>
              <a:t>CREATE TABLE </a:t>
            </a:r>
            <a:r>
              <a:rPr dirty="0" err="1"/>
              <a:t>clientes</a:t>
            </a:r>
            <a:r>
              <a:rPr dirty="0"/>
              <a:t> (</a:t>
            </a:r>
            <a:br>
              <a:rPr dirty="0"/>
            </a:br>
            <a:r>
              <a:rPr dirty="0"/>
              <a:t>  </a:t>
            </a:r>
            <a:r>
              <a:rPr dirty="0" err="1"/>
              <a:t>id_cliente</a:t>
            </a:r>
            <a:r>
              <a:rPr dirty="0"/>
              <a:t> INT PRIMARY KEY,</a:t>
            </a:r>
            <a:br>
              <a:rPr dirty="0"/>
            </a:br>
            <a:r>
              <a:rPr dirty="0"/>
              <a:t>  </a:t>
            </a:r>
            <a:r>
              <a:rPr dirty="0" err="1"/>
              <a:t>nombre</a:t>
            </a:r>
            <a:r>
              <a:rPr dirty="0"/>
              <a:t> VARCHAR(80) NOT NULL,</a:t>
            </a:r>
            <a:br>
              <a:rPr dirty="0"/>
            </a:br>
            <a:r>
              <a:rPr dirty="0"/>
              <a:t>  ciudad VARCHAR(60)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CREATE TABLE </a:t>
            </a:r>
            <a:r>
              <a:rPr dirty="0" err="1"/>
              <a:t>productos</a:t>
            </a:r>
            <a:r>
              <a:rPr dirty="0"/>
              <a:t> (</a:t>
            </a:r>
            <a:br>
              <a:rPr dirty="0"/>
            </a:br>
            <a:r>
              <a:rPr dirty="0"/>
              <a:t>  </a:t>
            </a:r>
            <a:r>
              <a:rPr dirty="0" err="1"/>
              <a:t>id_producto</a:t>
            </a:r>
            <a:r>
              <a:rPr dirty="0"/>
              <a:t> INT PRIMARY KEY,</a:t>
            </a:r>
            <a:br>
              <a:rPr dirty="0"/>
            </a:br>
            <a:r>
              <a:rPr dirty="0"/>
              <a:t>  </a:t>
            </a:r>
            <a:r>
              <a:rPr dirty="0" err="1"/>
              <a:t>nombre</a:t>
            </a:r>
            <a:r>
              <a:rPr dirty="0"/>
              <a:t> VARCHAR(80) NOT NULL,</a:t>
            </a:r>
            <a:br>
              <a:rPr dirty="0"/>
            </a:br>
            <a:r>
              <a:rPr dirty="0"/>
              <a:t>  </a:t>
            </a:r>
            <a:r>
              <a:rPr dirty="0" err="1"/>
              <a:t>precio</a:t>
            </a:r>
            <a:r>
              <a:rPr dirty="0"/>
              <a:t> DECIMAL(10,2) NOT NULL</a:t>
            </a:r>
            <a:br>
              <a:rPr dirty="0"/>
            </a:b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CREATE TABLE </a:t>
            </a:r>
            <a:r>
              <a:rPr dirty="0" err="1"/>
              <a:t>pedidos</a:t>
            </a:r>
            <a:r>
              <a:rPr dirty="0"/>
              <a:t> (</a:t>
            </a:r>
            <a:br>
              <a:rPr dirty="0"/>
            </a:br>
            <a:r>
              <a:rPr dirty="0"/>
              <a:t>  </a:t>
            </a:r>
            <a:r>
              <a:rPr dirty="0" err="1"/>
              <a:t>id_pedido</a:t>
            </a:r>
            <a:r>
              <a:rPr dirty="0"/>
              <a:t> INT PRIMARY KEY,</a:t>
            </a:r>
            <a:br>
              <a:rPr dirty="0"/>
            </a:br>
            <a:r>
              <a:rPr dirty="0"/>
              <a:t>  </a:t>
            </a:r>
            <a:r>
              <a:rPr dirty="0" err="1"/>
              <a:t>id_cliente</a:t>
            </a:r>
            <a:r>
              <a:rPr dirty="0"/>
              <a:t> INT NOT NULL,</a:t>
            </a:r>
            <a:br>
              <a:rPr dirty="0"/>
            </a:br>
            <a:r>
              <a:rPr dirty="0"/>
              <a:t>  </a:t>
            </a:r>
            <a:r>
              <a:rPr dirty="0" err="1"/>
              <a:t>fecha</a:t>
            </a:r>
            <a:r>
              <a:rPr dirty="0"/>
              <a:t> DATE NOT NULL,</a:t>
            </a:r>
            <a:br>
              <a:rPr dirty="0"/>
            </a:br>
            <a:r>
              <a:rPr dirty="0"/>
              <a:t>  total DECIMAL(10,2),</a:t>
            </a:r>
            <a:br>
              <a:rPr dirty="0"/>
            </a:br>
            <a:r>
              <a:rPr dirty="0"/>
              <a:t>  FOREIGN KEY (</a:t>
            </a:r>
            <a:r>
              <a:rPr dirty="0" err="1"/>
              <a:t>id_cliente</a:t>
            </a:r>
            <a:r>
              <a:rPr dirty="0"/>
              <a:t>) REFERENCES </a:t>
            </a:r>
            <a:r>
              <a:rPr dirty="0" err="1"/>
              <a:t>clientes</a:t>
            </a:r>
            <a:r>
              <a:rPr dirty="0"/>
              <a:t>(</a:t>
            </a:r>
            <a:r>
              <a:rPr dirty="0" err="1"/>
              <a:t>id_cliente</a:t>
            </a:r>
            <a:r>
              <a:rPr dirty="0"/>
              <a:t>)</a:t>
            </a:r>
            <a:br>
              <a:rPr dirty="0"/>
            </a:br>
            <a:r>
              <a:rPr dirty="0"/>
              <a:t>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" y="6601968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1929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dirty="0">
                <a:solidFill>
                  <a:srgbClr val="FFFFFF"/>
                </a:solidFill>
                <a:latin typeface="Calibri"/>
              </a:rPr>
              <a:t>DML: 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56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 err="1">
                <a:solidFill>
                  <a:srgbClr val="FFFFFF"/>
                </a:solidFill>
                <a:latin typeface="Calibri"/>
              </a:rPr>
              <a:t>Insertar</a:t>
            </a:r>
            <a:r>
              <a:rPr sz="140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Calibri"/>
              </a:rPr>
              <a:t>registros</a:t>
            </a:r>
            <a:endParaRPr sz="1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49205" y="877824"/>
            <a:ext cx="5394960" cy="8742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5671" y="1130284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INSERT </a:t>
            </a:r>
            <a:r>
              <a:rPr dirty="0" err="1"/>
              <a:t>agrega</a:t>
            </a:r>
            <a:r>
              <a:rPr dirty="0"/>
              <a:t> </a:t>
            </a:r>
            <a:r>
              <a:rPr dirty="0" err="1"/>
              <a:t>nuevas</a:t>
            </a:r>
            <a:r>
              <a:rPr dirty="0"/>
              <a:t> </a:t>
            </a:r>
            <a:r>
              <a:rPr dirty="0" err="1"/>
              <a:t>filas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tabla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3369" y="758952"/>
            <a:ext cx="6366878" cy="3520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7286" y="1074967"/>
            <a:ext cx="585904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/>
              <a:t>INSERT INTO </a:t>
            </a:r>
            <a:r>
              <a:rPr dirty="0" err="1"/>
              <a:t>clientes</a:t>
            </a:r>
            <a:r>
              <a:rPr dirty="0"/>
              <a:t> (</a:t>
            </a:r>
            <a:r>
              <a:rPr dirty="0" err="1"/>
              <a:t>id_cliente</a:t>
            </a:r>
            <a:r>
              <a:rPr dirty="0"/>
              <a:t>, </a:t>
            </a:r>
            <a:r>
              <a:rPr dirty="0" err="1"/>
              <a:t>nombre</a:t>
            </a:r>
            <a:r>
              <a:rPr dirty="0"/>
              <a:t>, ciudad)</a:t>
            </a:r>
            <a:br>
              <a:rPr dirty="0"/>
            </a:br>
            <a:r>
              <a:rPr dirty="0"/>
              <a:t>VALUES (3, 'María López', 'Medellín');</a:t>
            </a:r>
            <a:br>
              <a:rPr dirty="0"/>
            </a:br>
            <a:br>
              <a:rPr dirty="0"/>
            </a:br>
            <a:r>
              <a:rPr dirty="0"/>
              <a:t>INSERT INTO </a:t>
            </a:r>
            <a:r>
              <a:rPr dirty="0" err="1"/>
              <a:t>pedidos</a:t>
            </a:r>
            <a:r>
              <a:rPr dirty="0"/>
              <a:t> (</a:t>
            </a:r>
            <a:r>
              <a:rPr dirty="0" err="1"/>
              <a:t>id_pedido</a:t>
            </a:r>
            <a:r>
              <a:rPr dirty="0"/>
              <a:t>, </a:t>
            </a:r>
            <a:r>
              <a:rPr dirty="0" err="1"/>
              <a:t>id_cliente</a:t>
            </a:r>
            <a:r>
              <a:rPr dirty="0"/>
              <a:t>, </a:t>
            </a:r>
            <a:r>
              <a:rPr dirty="0" err="1"/>
              <a:t>fecha</a:t>
            </a:r>
            <a:r>
              <a:rPr dirty="0"/>
              <a:t>, total)</a:t>
            </a:r>
            <a:br>
              <a:rPr dirty="0"/>
            </a:br>
            <a:r>
              <a:rPr dirty="0"/>
              <a:t>VALUES (102, 3, '2026-04-03', 90000);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DML: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Actualizar registros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4785" y="1051560"/>
            <a:ext cx="53949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6089" y="1460563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UPDATE </a:t>
            </a:r>
            <a:r>
              <a:rPr dirty="0" err="1"/>
              <a:t>modifica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existentes</a:t>
            </a:r>
            <a:r>
              <a:rPr dirty="0"/>
              <a:t>. </a:t>
            </a:r>
            <a:r>
              <a:rPr dirty="0" err="1"/>
              <a:t>Siempre</a:t>
            </a:r>
            <a:r>
              <a:rPr dirty="0"/>
              <a:t> se </a:t>
            </a:r>
            <a:r>
              <a:rPr dirty="0" err="1"/>
              <a:t>recomienda</a:t>
            </a:r>
            <a:r>
              <a:rPr dirty="0"/>
              <a:t> usar 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0683732" cy="2752344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044952"/>
            <a:ext cx="113294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/>
              <a:t>UPDATE </a:t>
            </a:r>
            <a:r>
              <a:rPr dirty="0" err="1"/>
              <a:t>productos</a:t>
            </a:r>
            <a:br>
              <a:rPr dirty="0"/>
            </a:br>
            <a:r>
              <a:rPr dirty="0"/>
              <a:t>SET </a:t>
            </a:r>
            <a:r>
              <a:rPr dirty="0" err="1"/>
              <a:t>precio</a:t>
            </a:r>
            <a:r>
              <a:rPr dirty="0"/>
              <a:t> = 90000</a:t>
            </a:r>
            <a:br>
              <a:rPr dirty="0"/>
            </a:br>
            <a:r>
              <a:rPr dirty="0"/>
              <a:t>WHERE </a:t>
            </a:r>
            <a:r>
              <a:rPr dirty="0" err="1"/>
              <a:t>id_producto</a:t>
            </a:r>
            <a:r>
              <a:rPr dirty="0"/>
              <a:t> = 10;</a:t>
            </a:r>
            <a:br>
              <a:rPr dirty="0"/>
            </a:br>
            <a:br>
              <a:rPr dirty="0"/>
            </a:br>
            <a:r>
              <a:rPr dirty="0"/>
              <a:t>-- </a:t>
            </a:r>
            <a:r>
              <a:rPr dirty="0" err="1"/>
              <a:t>Ejemplo</a:t>
            </a:r>
            <a:r>
              <a:rPr dirty="0"/>
              <a:t>: </a:t>
            </a:r>
            <a:r>
              <a:rPr dirty="0" err="1"/>
              <a:t>corregir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total de un </a:t>
            </a:r>
            <a:r>
              <a:rPr dirty="0" err="1"/>
              <a:t>pedido</a:t>
            </a:r>
            <a:br>
              <a:rPr dirty="0"/>
            </a:br>
            <a:r>
              <a:rPr dirty="0"/>
              <a:t>UPDATE </a:t>
            </a:r>
            <a:r>
              <a:rPr dirty="0" err="1"/>
              <a:t>pedidos</a:t>
            </a:r>
            <a:br>
              <a:rPr dirty="0"/>
            </a:br>
            <a:r>
              <a:rPr dirty="0"/>
              <a:t>SET total = 135000</a:t>
            </a:r>
            <a:br>
              <a:rPr dirty="0"/>
            </a:br>
            <a:r>
              <a:rPr dirty="0"/>
              <a:t>WHERE </a:t>
            </a:r>
            <a:r>
              <a:rPr dirty="0" err="1"/>
              <a:t>id_pedido</a:t>
            </a:r>
            <a:r>
              <a:rPr dirty="0"/>
              <a:t> = 100;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DML: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Eliminar registros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94255" y="1014984"/>
            <a:ext cx="53949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2855" y="1413194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lang="es-MX" dirty="0"/>
              <a:t>DELETE elimina filas. Igual que UPDATE: Hay que estar pendiente con 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62072"/>
            <a:ext cx="10594750" cy="286207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044952"/>
            <a:ext cx="113294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/>
              <a:t>DELETE FROM </a:t>
            </a:r>
            <a:r>
              <a:rPr dirty="0" err="1"/>
              <a:t>pedidos</a:t>
            </a:r>
            <a:br>
              <a:rPr dirty="0"/>
            </a:br>
            <a:r>
              <a:rPr dirty="0"/>
              <a:t>WHERE </a:t>
            </a:r>
            <a:r>
              <a:rPr dirty="0" err="1"/>
              <a:t>id_pedido</a:t>
            </a:r>
            <a:r>
              <a:rPr dirty="0"/>
              <a:t> = 101;</a:t>
            </a:r>
            <a:br>
              <a:rPr dirty="0"/>
            </a:br>
            <a:br>
              <a:rPr dirty="0"/>
            </a:br>
            <a:r>
              <a:rPr dirty="0"/>
              <a:t>-- </a:t>
            </a:r>
            <a:r>
              <a:rPr dirty="0" err="1"/>
              <a:t>Ejemplo</a:t>
            </a:r>
            <a:r>
              <a:rPr dirty="0"/>
              <a:t>: </a:t>
            </a:r>
            <a:r>
              <a:rPr dirty="0" err="1"/>
              <a:t>borrar</a:t>
            </a:r>
            <a:r>
              <a:rPr dirty="0"/>
              <a:t> un </a:t>
            </a:r>
            <a:r>
              <a:rPr dirty="0" err="1"/>
              <a:t>cliente</a:t>
            </a:r>
            <a:r>
              <a:rPr dirty="0"/>
              <a:t> (</a:t>
            </a:r>
            <a:r>
              <a:rPr dirty="0" err="1"/>
              <a:t>si</a:t>
            </a:r>
            <a:r>
              <a:rPr dirty="0"/>
              <a:t> la BD lo </a:t>
            </a:r>
            <a:r>
              <a:rPr dirty="0" err="1"/>
              <a:t>permite</a:t>
            </a:r>
            <a:r>
              <a:rPr dirty="0"/>
              <a:t>)</a:t>
            </a:r>
            <a:br>
              <a:rPr dirty="0"/>
            </a:br>
            <a:r>
              <a:rPr dirty="0"/>
              <a:t>DELETE FROM </a:t>
            </a:r>
            <a:r>
              <a:rPr dirty="0" err="1"/>
              <a:t>clientes</a:t>
            </a:r>
            <a:br>
              <a:rPr dirty="0"/>
            </a:br>
            <a:r>
              <a:rPr dirty="0"/>
              <a:t>WHERE </a:t>
            </a:r>
            <a:r>
              <a:rPr dirty="0" err="1"/>
              <a:t>id_cliente</a:t>
            </a:r>
            <a:r>
              <a:rPr dirty="0"/>
              <a:t> = 2;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SELECT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Consultar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0" y="1133856"/>
            <a:ext cx="53949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1496490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SELECT </a:t>
            </a:r>
            <a:r>
              <a:rPr dirty="0" err="1"/>
              <a:t>recupera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sin </a:t>
            </a:r>
            <a:r>
              <a:rPr dirty="0" err="1"/>
              <a:t>modificarla</a:t>
            </a:r>
            <a:r>
              <a:rPr dirty="0"/>
              <a:t> (ideal para </a:t>
            </a:r>
            <a:r>
              <a:rPr dirty="0" err="1"/>
              <a:t>reportes</a:t>
            </a:r>
            <a:r>
              <a:rPr dirty="0"/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0130" y="2986962"/>
            <a:ext cx="8235499" cy="3249245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75983" y="3360973"/>
            <a:ext cx="61044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id_pedido</a:t>
            </a:r>
            <a:r>
              <a:rPr dirty="0"/>
              <a:t>, </a:t>
            </a:r>
            <a:r>
              <a:rPr dirty="0" err="1"/>
              <a:t>fecha</a:t>
            </a:r>
            <a:r>
              <a:rPr dirty="0"/>
              <a:t>, total</a:t>
            </a:r>
            <a:br>
              <a:rPr dirty="0"/>
            </a:br>
            <a:r>
              <a:rPr dirty="0"/>
              <a:t>FROM </a:t>
            </a:r>
            <a:r>
              <a:rPr dirty="0" err="1"/>
              <a:t>pedidos</a:t>
            </a:r>
            <a:br>
              <a:rPr dirty="0"/>
            </a:br>
            <a:r>
              <a:rPr dirty="0"/>
              <a:t>WHERE </a:t>
            </a:r>
            <a:r>
              <a:rPr dirty="0" err="1"/>
              <a:t>id_cliente</a:t>
            </a:r>
            <a:r>
              <a:rPr dirty="0"/>
              <a:t> = 1;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Agregación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SUM • COUNT • AVG • MAX •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16224" y="1065157"/>
            <a:ext cx="53949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44824" y="1558757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Las </a:t>
            </a:r>
            <a:r>
              <a:rPr dirty="0" err="1"/>
              <a:t>funciones</a:t>
            </a:r>
            <a:r>
              <a:rPr dirty="0"/>
              <a:t> de </a:t>
            </a:r>
            <a:r>
              <a:rPr dirty="0" err="1"/>
              <a:t>agregación</a:t>
            </a:r>
            <a:r>
              <a:rPr dirty="0"/>
              <a:t> </a:t>
            </a:r>
            <a:r>
              <a:rPr dirty="0" err="1"/>
              <a:t>resumen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: </a:t>
            </a:r>
            <a:r>
              <a:rPr dirty="0" err="1"/>
              <a:t>totales</a:t>
            </a:r>
            <a:r>
              <a:rPr dirty="0"/>
              <a:t>, </a:t>
            </a:r>
            <a:r>
              <a:rPr dirty="0" err="1"/>
              <a:t>promedios</a:t>
            </a:r>
            <a:r>
              <a:rPr dirty="0"/>
              <a:t>, </a:t>
            </a:r>
            <a:r>
              <a:rPr dirty="0" err="1"/>
              <a:t>máximos</a:t>
            </a:r>
            <a:r>
              <a:rPr dirty="0"/>
              <a:t>, </a:t>
            </a:r>
            <a:r>
              <a:rPr dirty="0" err="1"/>
              <a:t>mínimos</a:t>
            </a:r>
            <a:r>
              <a:rPr dirty="0"/>
              <a:t> y </a:t>
            </a:r>
            <a:r>
              <a:rPr dirty="0" err="1"/>
              <a:t>conteos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10564368" cy="2980944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492770"/>
            <a:ext cx="1132941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/>
              <a:t>SELECT</a:t>
            </a:r>
            <a:br>
              <a:rPr dirty="0"/>
            </a:br>
            <a:r>
              <a:rPr dirty="0"/>
              <a:t>  COUNT(*)    AS </a:t>
            </a:r>
            <a:r>
              <a:rPr dirty="0" err="1"/>
              <a:t>cantidad_pedidos</a:t>
            </a:r>
            <a:r>
              <a:rPr dirty="0"/>
              <a:t>,</a:t>
            </a:r>
            <a:br>
              <a:rPr dirty="0"/>
            </a:br>
            <a:r>
              <a:rPr dirty="0"/>
              <a:t>  SUM(total)  AS </a:t>
            </a:r>
            <a:r>
              <a:rPr dirty="0" err="1"/>
              <a:t>total_vendido</a:t>
            </a:r>
            <a:r>
              <a:rPr dirty="0"/>
              <a:t>,</a:t>
            </a:r>
            <a:br>
              <a:rPr dirty="0"/>
            </a:br>
            <a:r>
              <a:rPr dirty="0"/>
              <a:t>  AVG(total)  AS </a:t>
            </a:r>
            <a:r>
              <a:rPr dirty="0" err="1"/>
              <a:t>promedio_pedido</a:t>
            </a:r>
            <a:r>
              <a:rPr dirty="0"/>
              <a:t>,</a:t>
            </a:r>
            <a:br>
              <a:rPr dirty="0"/>
            </a:br>
            <a:r>
              <a:rPr dirty="0"/>
              <a:t>  MAX(total)  AS </a:t>
            </a:r>
            <a:r>
              <a:rPr dirty="0" err="1"/>
              <a:t>pedido_mas_alto</a:t>
            </a:r>
            <a:r>
              <a:rPr dirty="0"/>
              <a:t>,</a:t>
            </a:r>
            <a:br>
              <a:rPr dirty="0"/>
            </a:br>
            <a:r>
              <a:rPr dirty="0"/>
              <a:t>  MIN(total)  AS </a:t>
            </a:r>
            <a:r>
              <a:rPr dirty="0" err="1"/>
              <a:t>pedido_mas_bajo</a:t>
            </a:r>
            <a:br>
              <a:rPr dirty="0"/>
            </a:br>
            <a:r>
              <a:rPr dirty="0"/>
              <a:t>FROM </a:t>
            </a:r>
            <a:r>
              <a:rPr dirty="0" err="1"/>
              <a:t>pedidos</a:t>
            </a:r>
            <a:r>
              <a:rPr dirty="0"/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Resumen por grupo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96996" y="1042416"/>
            <a:ext cx="53949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25596" y="1371600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GROUP BY </a:t>
            </a:r>
            <a:r>
              <a:rPr dirty="0" err="1"/>
              <a:t>agrupa</a:t>
            </a:r>
            <a:r>
              <a:rPr dirty="0"/>
              <a:t> </a:t>
            </a:r>
            <a:r>
              <a:rPr dirty="0" err="1"/>
              <a:t>filas</a:t>
            </a:r>
            <a:r>
              <a:rPr dirty="0"/>
              <a:t> para </a:t>
            </a:r>
            <a:r>
              <a:rPr dirty="0" err="1"/>
              <a:t>calcular</a:t>
            </a:r>
            <a:r>
              <a:rPr dirty="0"/>
              <a:t> </a:t>
            </a:r>
            <a:r>
              <a:rPr dirty="0" err="1"/>
              <a:t>agregados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categoría</a:t>
            </a:r>
            <a:r>
              <a:rPr dirty="0"/>
              <a:t> (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cliente</a:t>
            </a:r>
            <a:r>
              <a:rPr dirty="0"/>
              <a:t>, ciudad, </a:t>
            </a:r>
            <a:r>
              <a:rPr dirty="0" err="1"/>
              <a:t>fecha</a:t>
            </a:r>
            <a:r>
              <a:rPr dirty="0"/>
              <a:t>…).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10835640" cy="3246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2254" y="3398889"/>
            <a:ext cx="78958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id_cliente</a:t>
            </a:r>
            <a:r>
              <a:rPr dirty="0"/>
              <a:t>, SUM(total) AS </a:t>
            </a:r>
            <a:r>
              <a:rPr dirty="0" err="1"/>
              <a:t>total_por_cliente</a:t>
            </a:r>
            <a:br>
              <a:rPr dirty="0"/>
            </a:br>
            <a:r>
              <a:rPr dirty="0"/>
              <a:t>FROM </a:t>
            </a:r>
            <a:r>
              <a:rPr dirty="0" err="1"/>
              <a:t>pedidos</a:t>
            </a:r>
            <a:br>
              <a:rPr dirty="0"/>
            </a:br>
            <a:r>
              <a:rPr dirty="0"/>
              <a:t>GROUP BY </a:t>
            </a:r>
            <a:r>
              <a:rPr dirty="0" err="1"/>
              <a:t>id_cliente</a:t>
            </a:r>
            <a:r>
              <a:rPr dirty="0"/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HAVING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Filtrar grupos (después de agrupar)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37560" y="1042416"/>
            <a:ext cx="539496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09907" y="1583358"/>
            <a:ext cx="47691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HAVING filtra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agregados</a:t>
            </a:r>
            <a:r>
              <a:rPr dirty="0"/>
              <a:t>.</a:t>
            </a:r>
            <a:br>
              <a:rPr dirty="0"/>
            </a:br>
            <a:r>
              <a:rPr dirty="0"/>
              <a:t>Clave: WHERE filtra </a:t>
            </a:r>
            <a:r>
              <a:rPr dirty="0" err="1"/>
              <a:t>filas</a:t>
            </a:r>
            <a:r>
              <a:rPr dirty="0"/>
              <a:t> antes del GROUP BY.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835640" cy="278882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581301"/>
            <a:ext cx="106710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id_cliente</a:t>
            </a:r>
            <a:r>
              <a:rPr dirty="0"/>
              <a:t>, SUM(total) AS </a:t>
            </a:r>
            <a:r>
              <a:rPr dirty="0" err="1"/>
              <a:t>total_por_cliente</a:t>
            </a:r>
            <a:br>
              <a:rPr dirty="0"/>
            </a:br>
            <a:r>
              <a:rPr dirty="0"/>
              <a:t>FROM </a:t>
            </a:r>
            <a:r>
              <a:rPr dirty="0" err="1"/>
              <a:t>pedidos</a:t>
            </a:r>
            <a:br>
              <a:rPr dirty="0"/>
            </a:br>
            <a:r>
              <a:rPr dirty="0"/>
              <a:t>GROUP BY </a:t>
            </a:r>
            <a:r>
              <a:rPr dirty="0" err="1"/>
              <a:t>id_cliente</a:t>
            </a:r>
            <a:br>
              <a:rPr dirty="0"/>
            </a:br>
            <a:r>
              <a:rPr dirty="0"/>
              <a:t>HAVING SUM(total) &gt; 100000;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ORDER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Ordenar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96996" y="1042416"/>
            <a:ext cx="539496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11880" y="1502700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ORDER BY </a:t>
            </a:r>
            <a:r>
              <a:rPr dirty="0" err="1"/>
              <a:t>ordena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resultado</a:t>
            </a:r>
            <a:r>
              <a:rPr dirty="0"/>
              <a:t> (ASC=</a:t>
            </a:r>
            <a:r>
              <a:rPr dirty="0" err="1"/>
              <a:t>ascendente</a:t>
            </a:r>
            <a:r>
              <a:rPr dirty="0"/>
              <a:t>, DESC=</a:t>
            </a:r>
            <a:r>
              <a:rPr dirty="0" err="1"/>
              <a:t>descendente</a:t>
            </a:r>
            <a:r>
              <a:rPr dirty="0"/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59" y="3007294"/>
            <a:ext cx="10811059" cy="3201482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345819"/>
            <a:ext cx="108996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id_cliente</a:t>
            </a:r>
            <a:r>
              <a:rPr dirty="0"/>
              <a:t>, SUM(total) AS </a:t>
            </a:r>
            <a:r>
              <a:rPr dirty="0" err="1"/>
              <a:t>total_por_cliente</a:t>
            </a:r>
            <a:br>
              <a:rPr dirty="0"/>
            </a:br>
            <a:r>
              <a:rPr dirty="0"/>
              <a:t>FROM </a:t>
            </a:r>
            <a:r>
              <a:rPr dirty="0" err="1"/>
              <a:t>pedidos</a:t>
            </a:r>
            <a:br>
              <a:rPr dirty="0"/>
            </a:br>
            <a:r>
              <a:rPr dirty="0"/>
              <a:t>GROUP BY </a:t>
            </a:r>
            <a:r>
              <a:rPr dirty="0" err="1"/>
              <a:t>id_cliente</a:t>
            </a:r>
            <a:br>
              <a:rPr dirty="0"/>
            </a:br>
            <a:r>
              <a:rPr dirty="0"/>
              <a:t>ORDER BY </a:t>
            </a:r>
            <a:r>
              <a:rPr dirty="0" err="1"/>
              <a:t>total_por_cliente</a:t>
            </a:r>
            <a:r>
              <a:rPr dirty="0"/>
              <a:t> DESC;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Top N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96996" y="1113889"/>
            <a:ext cx="5394960" cy="170796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11880" y="1574271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LIMIT </a:t>
            </a:r>
            <a:r>
              <a:rPr dirty="0" err="1"/>
              <a:t>muestra</a:t>
            </a:r>
            <a:r>
              <a:rPr dirty="0"/>
              <a:t> solo </a:t>
            </a:r>
            <a:r>
              <a:rPr dirty="0" err="1"/>
              <a:t>los</a:t>
            </a:r>
            <a:r>
              <a:rPr dirty="0"/>
              <a:t> primeros N </a:t>
            </a:r>
            <a:r>
              <a:rPr dirty="0" err="1"/>
              <a:t>registros</a:t>
            </a:r>
            <a:r>
              <a:rPr dirty="0"/>
              <a:t>.</a:t>
            </a:r>
            <a:br>
              <a:rPr dirty="0"/>
            </a:br>
            <a:r>
              <a:rPr dirty="0"/>
              <a:t>(En SQL Server se </a:t>
            </a:r>
            <a:r>
              <a:rPr dirty="0" err="1"/>
              <a:t>usa</a:t>
            </a:r>
            <a:r>
              <a:rPr dirty="0"/>
              <a:t> TOP 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5793"/>
            <a:ext cx="10564368" cy="2818318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364992"/>
            <a:ext cx="113294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id_cliente</a:t>
            </a:r>
            <a:r>
              <a:rPr dirty="0"/>
              <a:t>, SUM(total) AS </a:t>
            </a:r>
            <a:r>
              <a:rPr dirty="0" err="1"/>
              <a:t>total_por_cliente</a:t>
            </a:r>
            <a:br>
              <a:rPr dirty="0"/>
            </a:br>
            <a:r>
              <a:rPr dirty="0"/>
              <a:t>FROM </a:t>
            </a:r>
            <a:r>
              <a:rPr dirty="0" err="1"/>
              <a:t>pedidos</a:t>
            </a:r>
            <a:br>
              <a:rPr dirty="0"/>
            </a:br>
            <a:r>
              <a:rPr dirty="0"/>
              <a:t>GROUP BY </a:t>
            </a:r>
            <a:r>
              <a:rPr dirty="0" err="1"/>
              <a:t>id_cliente</a:t>
            </a:r>
            <a:br>
              <a:rPr dirty="0"/>
            </a:br>
            <a:r>
              <a:rPr dirty="0"/>
              <a:t>ORDER BY </a:t>
            </a:r>
            <a:r>
              <a:rPr dirty="0" err="1"/>
              <a:t>total_por_cliente</a:t>
            </a:r>
            <a:r>
              <a:rPr dirty="0"/>
              <a:t> DESC</a:t>
            </a:r>
            <a:br>
              <a:rPr dirty="0"/>
            </a:br>
            <a:r>
              <a:rPr dirty="0"/>
              <a:t>LIMIT 5;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  <a:latin typeface="Calibri"/>
              </a:rPr>
              <a:t>Procedimiento almacenado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Ejecutar SQL guardado con parámetros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17636" y="1005840"/>
            <a:ext cx="539496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52621" y="1252728"/>
            <a:ext cx="4937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rPr dirty="0"/>
              <a:t>Un stored procedure </a:t>
            </a:r>
            <a:r>
              <a:rPr dirty="0" err="1"/>
              <a:t>guarda</a:t>
            </a:r>
            <a:r>
              <a:rPr dirty="0"/>
              <a:t> </a:t>
            </a:r>
            <a:r>
              <a:rPr dirty="0" err="1"/>
              <a:t>lógica</a:t>
            </a:r>
            <a:r>
              <a:rPr dirty="0"/>
              <a:t> SQL </a:t>
            </a:r>
            <a:r>
              <a:rPr dirty="0" err="1"/>
              <a:t>en</a:t>
            </a:r>
            <a:r>
              <a:rPr dirty="0"/>
              <a:t> la BD y se </a:t>
            </a:r>
            <a:r>
              <a:rPr dirty="0" err="1"/>
              <a:t>ejecuta</a:t>
            </a:r>
            <a:r>
              <a:rPr dirty="0"/>
              <a:t> con </a:t>
            </a:r>
            <a:r>
              <a:rPr dirty="0" err="1"/>
              <a:t>parámetros</a:t>
            </a:r>
            <a:r>
              <a:rPr dirty="0"/>
              <a:t> para </a:t>
            </a:r>
            <a:r>
              <a:rPr dirty="0" err="1"/>
              <a:t>reutilizar</a:t>
            </a:r>
            <a:r>
              <a:rPr dirty="0"/>
              <a:t> </a:t>
            </a:r>
            <a:r>
              <a:rPr dirty="0" err="1"/>
              <a:t>consultas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564368" cy="3200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364992"/>
            <a:ext cx="92507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/>
              <a:t>-- </a:t>
            </a:r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estilo</a:t>
            </a:r>
            <a:r>
              <a:rPr dirty="0"/>
              <a:t> MySQL</a:t>
            </a:r>
            <a:br>
              <a:rPr dirty="0"/>
            </a:br>
            <a:r>
              <a:rPr dirty="0"/>
              <a:t>DELIMITER //</a:t>
            </a:r>
            <a:br>
              <a:rPr dirty="0"/>
            </a:br>
            <a:r>
              <a:rPr dirty="0"/>
              <a:t>CREATE PROCEDURE </a:t>
            </a:r>
            <a:r>
              <a:rPr dirty="0" err="1"/>
              <a:t>sp_pedidos_por_cliente</a:t>
            </a:r>
            <a:r>
              <a:rPr dirty="0"/>
              <a:t>(IN </a:t>
            </a:r>
            <a:r>
              <a:rPr dirty="0" err="1"/>
              <a:t>p_id</a:t>
            </a:r>
            <a:r>
              <a:rPr dirty="0"/>
              <a:t> INT)</a:t>
            </a:r>
            <a:br>
              <a:rPr dirty="0"/>
            </a:br>
            <a:r>
              <a:rPr dirty="0"/>
              <a:t>BEGIN</a:t>
            </a:r>
            <a:br>
              <a:rPr dirty="0"/>
            </a:br>
            <a:r>
              <a:rPr dirty="0"/>
              <a:t>  SELECT </a:t>
            </a:r>
            <a:r>
              <a:rPr dirty="0" err="1"/>
              <a:t>id_pedido</a:t>
            </a:r>
            <a:r>
              <a:rPr dirty="0"/>
              <a:t>, </a:t>
            </a:r>
            <a:r>
              <a:rPr dirty="0" err="1"/>
              <a:t>fecha</a:t>
            </a:r>
            <a:r>
              <a:rPr dirty="0"/>
              <a:t>, total</a:t>
            </a:r>
            <a:br>
              <a:rPr dirty="0"/>
            </a:br>
            <a:r>
              <a:rPr dirty="0"/>
              <a:t>  FROM </a:t>
            </a:r>
            <a:r>
              <a:rPr dirty="0" err="1"/>
              <a:t>pedidos</a:t>
            </a:r>
            <a:br>
              <a:rPr dirty="0"/>
            </a:br>
            <a:r>
              <a:rPr dirty="0"/>
              <a:t>  WHERE </a:t>
            </a:r>
            <a:r>
              <a:rPr dirty="0" err="1"/>
              <a:t>id_cliente</a:t>
            </a:r>
            <a:r>
              <a:rPr dirty="0"/>
              <a:t> = </a:t>
            </a:r>
            <a:r>
              <a:rPr dirty="0" err="1"/>
              <a:t>p_id</a:t>
            </a:r>
            <a:br>
              <a:rPr dirty="0"/>
            </a:br>
            <a:r>
              <a:rPr dirty="0"/>
              <a:t>  ORDER BY </a:t>
            </a:r>
            <a:r>
              <a:rPr dirty="0" err="1"/>
              <a:t>fecha</a:t>
            </a:r>
            <a:r>
              <a:rPr dirty="0"/>
              <a:t> DESC;</a:t>
            </a:r>
            <a:br>
              <a:rPr dirty="0"/>
            </a:br>
            <a:r>
              <a:rPr dirty="0"/>
              <a:t>END //</a:t>
            </a:r>
            <a:br>
              <a:rPr dirty="0"/>
            </a:br>
            <a:r>
              <a:rPr dirty="0"/>
              <a:t>DELIMITER ;</a:t>
            </a:r>
            <a:br>
              <a:rPr dirty="0"/>
            </a:br>
            <a:br>
              <a:rPr dirty="0"/>
            </a:br>
            <a:r>
              <a:rPr dirty="0"/>
              <a:t>CALL </a:t>
            </a:r>
            <a:r>
              <a:rPr dirty="0" err="1"/>
              <a:t>sp_pedidos_por_cliente</a:t>
            </a:r>
            <a:r>
              <a:rPr dirty="0"/>
              <a:t>(1);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00800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BEE3B-4DAA-9DA7-25B7-2C8FF032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B19697-B5DE-F7CD-B150-7371DE76FBF8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EAB21-1B2A-4A88-0917-B2399C1AEFEA}"/>
              </a:ext>
            </a:extLst>
          </p:cNvPr>
          <p:cNvSpPr txBox="1"/>
          <p:nvPr/>
        </p:nvSpPr>
        <p:spPr>
          <a:xfrm>
            <a:off x="594360" y="109728"/>
            <a:ext cx="65593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800" dirty="0">
                <a:solidFill>
                  <a:srgbClr val="FFFFFF"/>
                </a:solidFill>
                <a:latin typeface="Calibri"/>
              </a:rPr>
              <a:t>MODELADO Y GESTIÓN DE BASES DE DATOS</a:t>
            </a:r>
            <a:endParaRPr sz="2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F1311C-8EDF-C01D-9E7D-B263B503C526}"/>
              </a:ext>
            </a:extLst>
          </p:cNvPr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00A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AE10EA-532D-2F82-791D-AC569BC0CE1A}"/>
              </a:ext>
            </a:extLst>
          </p:cNvPr>
          <p:cNvSpPr/>
          <p:nvPr/>
        </p:nvSpPr>
        <p:spPr>
          <a:xfrm>
            <a:off x="3130591" y="2019940"/>
            <a:ext cx="5394960" cy="263764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9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5BBAB-D17A-268D-984D-EB1CF69D3476}"/>
              </a:ext>
            </a:extLst>
          </p:cNvPr>
          <p:cNvSpPr txBox="1"/>
          <p:nvPr/>
        </p:nvSpPr>
        <p:spPr>
          <a:xfrm>
            <a:off x="3359191" y="2521323"/>
            <a:ext cx="49377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>
                <a:solidFill>
                  <a:srgbClr val="00A99D"/>
                </a:solidFill>
                <a:latin typeface="Calibri"/>
              </a:rPr>
              <a:t>FIN</a:t>
            </a:r>
          </a:p>
          <a:p>
            <a:pPr algn="ctr"/>
            <a:br>
              <a:rPr lang="es-MX" sz="2800" b="1" dirty="0">
                <a:solidFill>
                  <a:srgbClr val="00A99D"/>
                </a:solidFill>
                <a:latin typeface="Calibri"/>
              </a:rPr>
            </a:br>
            <a:r>
              <a:rPr lang="es-MX" sz="2800" b="1" dirty="0">
                <a:solidFill>
                  <a:srgbClr val="00A99D"/>
                </a:solidFill>
                <a:latin typeface="Calibri"/>
              </a:rPr>
              <a:t>MUCHAS GRACIAS!</a:t>
            </a:r>
            <a:endParaRPr sz="2800" b="1" dirty="0">
              <a:solidFill>
                <a:srgbClr val="00A99D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0BB3A2-4646-9AF1-95D1-E785DCD65B5D}"/>
              </a:ext>
            </a:extLst>
          </p:cNvPr>
          <p:cNvSpPr/>
          <p:nvPr/>
        </p:nvSpPr>
        <p:spPr>
          <a:xfrm>
            <a:off x="548640" y="6400800"/>
            <a:ext cx="11091672" cy="1828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08193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1167</Words>
  <Application>Microsoft Office PowerPoint</Application>
  <PresentationFormat>Panorámica</PresentationFormat>
  <Paragraphs>78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Francisco Bautista Vanegas</cp:lastModifiedBy>
  <cp:revision>1</cp:revision>
  <dcterms:created xsi:type="dcterms:W3CDTF">2013-01-27T09:14:16Z</dcterms:created>
  <dcterms:modified xsi:type="dcterms:W3CDTF">2026-04-09T21:28:58Z</dcterms:modified>
  <cp:category/>
</cp:coreProperties>
</file>